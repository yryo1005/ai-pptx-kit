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7" r:id="rId3"/>
    <p:sldId id="274" r:id="rId4"/>
    <p:sldId id="275" r:id="rId5"/>
    <p:sldId id="262" r:id="rId6"/>
    <p:sldId id="265" r:id="rId7"/>
    <p:sldId id="269" r:id="rId8"/>
    <p:sldId id="273" r:id="rId9"/>
    <p:sldId id="266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339"/>
    <a:srgbClr val="FEEEE7"/>
    <a:srgbClr val="CCFF99"/>
    <a:srgbClr val="CCECFF"/>
    <a:srgbClr val="F6F7F1"/>
    <a:srgbClr val="D371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2" autoAdjust="0"/>
    <p:restoredTop sz="97173"/>
  </p:normalViewPr>
  <p:slideViewPr>
    <p:cSldViewPr snapToGrid="0" showGuides="1">
      <p:cViewPr varScale="1">
        <p:scale>
          <a:sx n="107" d="100"/>
          <a:sy n="107" d="100"/>
        </p:scale>
        <p:origin x="846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7" d="100"/>
          <a:sy n="127" d="100"/>
        </p:scale>
        <p:origin x="44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25AD575-7CC8-6AC7-FE6A-DFDD27A8CA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F27B0E-A93B-2F38-E0FC-31F597E5E2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D4A56-4347-7E47-805C-A4CC550EB7FE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E0BCC8F-962C-B670-E032-0E7AD40CE6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85014A-F3B1-11F7-8AE0-A98B75A68B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D713F-9469-214B-ACCC-5A39EEDA84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47468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71477-B974-724E-B5A2-6B597495C72D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46392-E619-9147-B7CA-0C7C9A3ADD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57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>
            <a:extLst>
              <a:ext uri="{FF2B5EF4-FFF2-40B4-BE49-F238E27FC236}">
                <a16:creationId xmlns:a16="http://schemas.microsoft.com/office/drawing/2014/main" id="{A73A77E7-91DC-0B9C-4CE3-B4C3AD7D2D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25000"/>
          </a:blip>
          <a:srcRect b="13930"/>
          <a:stretch>
            <a:fillRect/>
          </a:stretch>
        </p:blipFill>
        <p:spPr>
          <a:xfrm flipH="1" flipV="1">
            <a:off x="4305300" y="0"/>
            <a:ext cx="7912100" cy="6858000"/>
          </a:xfrm>
          <a:prstGeom prst="rect">
            <a:avLst/>
          </a:prstGeom>
        </p:spPr>
      </p:pic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86C41F8-3DB8-9140-46E5-EBCA55DD5C4F}"/>
              </a:ext>
            </a:extLst>
          </p:cNvPr>
          <p:cNvSpPr/>
          <p:nvPr userDrawn="1"/>
        </p:nvSpPr>
        <p:spPr>
          <a:xfrm>
            <a:off x="11658600" y="1"/>
            <a:ext cx="5334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FAB798-492E-22C6-68CE-0FBA475D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A42D0FF2-8DB4-A340-91B5-0FC7B27917C5}" type="datetime1">
              <a:rPr lang="ja-JP" altLang="en-US" smtClean="0"/>
              <a:pPr/>
              <a:t>2026/8/24</a:t>
            </a:fld>
            <a:endParaRPr lang="ja-JP" altLang="en-US" dirty="0">
              <a:latin typeface="+mn-lt"/>
              <a:ea typeface="+mn-ea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7115F2-D155-73B0-C019-2BAC5210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endParaRPr lang="ja-JP" altLang="en-US">
              <a:latin typeface="+mn-lt"/>
              <a:ea typeface="+mn-ea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8BF458-E430-27DE-37E5-3E1C0FBA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>
              <a:latin typeface="+mn-lt"/>
              <a:ea typeface="+mn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85CBEE-6029-4F7A-A802-D89A4604B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9005" y="2781686"/>
            <a:ext cx="11680507" cy="1288177"/>
          </a:xfrm>
          <a:prstGeom prst="rect">
            <a:avLst/>
          </a:prstGeom>
        </p:spPr>
        <p:txBody>
          <a:bodyPr anchor="ctr" anchorCtr="0"/>
          <a:lstStyle>
            <a:lvl1pPr algn="l">
              <a:defRPr sz="44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タイトルを入力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C98D89-2B71-F08E-900C-FBD12F49A2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9005" y="4150518"/>
            <a:ext cx="11680507" cy="47150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aseline="0">
                <a:latin typeface="+mn-lt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発表者名を入力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4C05B2A9-C394-E3AE-25DB-5260318F37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9005" y="2294437"/>
            <a:ext cx="11680507" cy="406795"/>
          </a:xfrm>
          <a:prstGeom prst="rect">
            <a:avLst/>
          </a:prstGeom>
        </p:spPr>
        <p:txBody>
          <a:bodyPr/>
          <a:lstStyle>
            <a:lvl1pPr>
              <a:buNone/>
              <a:defRPr sz="24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YYYY.MM.DD </a:t>
            </a:r>
            <a:r>
              <a:rPr kumimoji="1" lang="ja-JP" altLang="en-US" dirty="0"/>
              <a:t>発表場所を入力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7A9F2862-160D-2E0F-29E4-6A66130514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7680" t="16127" r="17724" b="16170"/>
          <a:stretch>
            <a:fillRect/>
          </a:stretch>
        </p:blipFill>
        <p:spPr>
          <a:xfrm>
            <a:off x="299005" y="5950252"/>
            <a:ext cx="449867" cy="471504"/>
          </a:xfrm>
          <a:prstGeom prst="rect">
            <a:avLst/>
          </a:prstGeom>
        </p:spPr>
      </p:pic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CD996A1F-87D8-7E3F-A541-4EC0D7CC67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9005" y="4698139"/>
            <a:ext cx="11680507" cy="379065"/>
          </a:xfrm>
          <a:prstGeom prst="rect">
            <a:avLst/>
          </a:prstGeom>
        </p:spPr>
        <p:txBody>
          <a:bodyPr/>
          <a:lstStyle>
            <a:lvl1pPr>
              <a:buNone/>
              <a:defRPr sz="1800" baseline="0">
                <a:latin typeface="+mn-lt"/>
                <a:ea typeface="+mn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連絡先を入力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2B2C3CA-F13A-E9CD-2EBC-AAA5C9C58619}"/>
              </a:ext>
            </a:extLst>
          </p:cNvPr>
          <p:cNvSpPr/>
          <p:nvPr userDrawn="1"/>
        </p:nvSpPr>
        <p:spPr>
          <a:xfrm>
            <a:off x="299005" y="2369722"/>
            <a:ext cx="45719" cy="3313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F384DF6-41CA-42BA-B6F5-42F7BD799C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827" t="54595" r="6484" b="17345"/>
          <a:stretch>
            <a:fillRect/>
          </a:stretch>
        </p:blipFill>
        <p:spPr>
          <a:xfrm>
            <a:off x="299004" y="5949656"/>
            <a:ext cx="2679283" cy="47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9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D8098B49-2D31-7AED-77CC-B60E86FF7D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25000"/>
          </a:blip>
          <a:srcRect b="13930"/>
          <a:stretch>
            <a:fillRect/>
          </a:stretch>
        </p:blipFill>
        <p:spPr>
          <a:xfrm flipH="1" flipV="1">
            <a:off x="4305300" y="0"/>
            <a:ext cx="7912100" cy="6858000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7BA61D9-F411-8F56-FE68-8B1EE23819C8}"/>
              </a:ext>
            </a:extLst>
          </p:cNvPr>
          <p:cNvSpPr/>
          <p:nvPr userDrawn="1"/>
        </p:nvSpPr>
        <p:spPr>
          <a:xfrm>
            <a:off x="11658600" y="1"/>
            <a:ext cx="5334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70556-C1B8-17F2-5E6D-E9BE9C3CD94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963" y="609601"/>
            <a:ext cx="9990074" cy="578314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buFont typeface="+mj-lt"/>
              <a:buAutoNum type="arabicPeriod"/>
              <a:defRPr sz="2400" baseline="0">
                <a:latin typeface="+mn-lt"/>
                <a:ea typeface="+mn-ea"/>
              </a:defRPr>
            </a:lvl1pPr>
            <a:lvl2pPr>
              <a:buFont typeface="+mj-lt"/>
              <a:buAutoNum type="arabicPeriod"/>
              <a:defRPr sz="2000"/>
            </a:lvl2pPr>
            <a:lvl3pPr>
              <a:buFont typeface="+mj-lt"/>
              <a:buAutoNum type="arabicPeriod"/>
              <a:defRPr sz="1800"/>
            </a:lvl3pPr>
            <a:lvl4pPr>
              <a:buFont typeface="+mj-lt"/>
              <a:buAutoNum type="arabicPeriod"/>
              <a:defRPr sz="1600"/>
            </a:lvl4pPr>
            <a:lvl5pPr>
              <a:buFont typeface="+mj-lt"/>
              <a:buAutoNum type="arabicPeriod"/>
              <a:defRPr sz="1600"/>
            </a:lvl5pPr>
          </a:lstStyle>
          <a:p>
            <a:pPr lvl="0"/>
            <a:r>
              <a:rPr kumimoji="1" lang="ja-JP" altLang="en-US" dirty="0"/>
              <a:t>セクションを入力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セクションを入力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セクションを入力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D077A-EEA2-D6D0-BB2A-2060171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DA2D38D8-431E-2148-A67E-C99D9FDB14AB}" type="datetime1">
              <a:rPr lang="ja-JP" altLang="en-US" smtClean="0"/>
              <a:pPr/>
              <a:t>2026/8/24</a:t>
            </a:fld>
            <a:endParaRPr lang="ja-JP" altLang="en-US" dirty="0">
              <a:latin typeface="+mn-lt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76F80-2940-EA1C-33F0-C4F03AC3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endParaRPr lang="ja-JP" altLang="en-US">
              <a:latin typeface="+mn-lt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12638-AAE1-136E-81F2-778F2340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>
              <a:latin typeface="+mn-lt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75535D6-C328-1930-644B-BD1902F865D2}"/>
              </a:ext>
            </a:extLst>
          </p:cNvPr>
          <p:cNvSpPr/>
          <p:nvPr userDrawn="1"/>
        </p:nvSpPr>
        <p:spPr>
          <a:xfrm>
            <a:off x="79924" y="198114"/>
            <a:ext cx="46800" cy="2611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96BEB24-8D50-C228-CEC2-195BFD08718A}"/>
              </a:ext>
            </a:extLst>
          </p:cNvPr>
          <p:cNvSpPr txBox="1"/>
          <p:nvPr userDrawn="1"/>
        </p:nvSpPr>
        <p:spPr>
          <a:xfrm>
            <a:off x="79924" y="127990"/>
            <a:ext cx="11836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800" baseline="0" dirty="0">
                <a:latin typeface="+mn-lt"/>
                <a:ea typeface="+mn-ea"/>
              </a:rPr>
              <a:t>INDEX</a:t>
            </a:r>
            <a:endParaRPr kumimoji="1" lang="ja-JP" altLang="en-US" sz="1800" baseline="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63470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2CA17C-0301-F865-6498-A23748583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9005" y="624293"/>
            <a:ext cx="11617523" cy="571337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tx1"/>
                </a:solidFill>
                <a:latin typeface="+mj-lt"/>
                <a:ea typeface="+mn-ea"/>
              </a:defRPr>
            </a:lvl1pPr>
          </a:lstStyle>
          <a:p>
            <a:r>
              <a:rPr kumimoji="1" lang="ja-JP" altLang="en-US" dirty="0"/>
              <a:t>スライドメッセージを入力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70556-C1B8-17F2-5E6D-E9BE9C3CD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005" y="1420427"/>
            <a:ext cx="11617523" cy="496261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BIZ UDPゴシック" panose="020B0400000000000000" pitchFamily="50" charset="-128"/>
              <a:buChar char="▶"/>
              <a:defRPr sz="2400" baseline="0">
                <a:latin typeface="+mj-lt"/>
                <a:ea typeface="+mn-ea"/>
              </a:defRPr>
            </a:lvl1pPr>
            <a:lvl2pPr>
              <a:buFont typeface="BIZ UDPゴシック" panose="020B0400000000000000" pitchFamily="50" charset="-128"/>
              <a:buChar char="▶"/>
              <a:defRPr sz="2000" baseline="0">
                <a:latin typeface="+mj-lt"/>
                <a:ea typeface="+mn-ea"/>
              </a:defRPr>
            </a:lvl2pPr>
            <a:lvl3pPr>
              <a:buFont typeface="BIZ UDPゴシック" panose="020B0400000000000000" pitchFamily="50" charset="-128"/>
              <a:buChar char="▶"/>
              <a:defRPr sz="1800" baseline="0">
                <a:latin typeface="+mj-lt"/>
                <a:ea typeface="+mn-ea"/>
              </a:defRPr>
            </a:lvl3pPr>
            <a:lvl4pPr>
              <a:buFont typeface="BIZ UDPゴシック" panose="020B0400000000000000" pitchFamily="50" charset="-128"/>
              <a:buChar char="▶"/>
              <a:defRPr sz="1600" baseline="0">
                <a:latin typeface="+mj-lt"/>
                <a:ea typeface="+mn-ea"/>
              </a:defRPr>
            </a:lvl4pPr>
            <a:lvl5pPr>
              <a:buFont typeface="BIZ UDPゴシック" panose="020B0400000000000000" pitchFamily="50" charset="-128"/>
              <a:buChar char="▶"/>
              <a:defRPr sz="1600" baseline="0">
                <a:latin typeface="+mj-lt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D077A-EEA2-D6D0-BB2A-2060171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j-lt"/>
                <a:ea typeface="+mn-ea"/>
              </a:defRPr>
            </a:lvl1pPr>
          </a:lstStyle>
          <a:p>
            <a:fld id="{DA2D38D8-431E-2148-A67E-C99D9FDB14AB}" type="datetime1">
              <a:rPr lang="ja-JP" altLang="en-US" smtClean="0"/>
              <a:pPr/>
              <a:t>2026/8/24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76F80-2940-EA1C-33F0-C4F03AC3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j-lt"/>
                <a:ea typeface="+mn-ea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12638-AAE1-136E-81F2-778F2340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j-lt"/>
                <a:ea typeface="+mn-ea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E4A95B2-FDD2-C500-23F4-F964EB7A2C4E}"/>
              </a:ext>
            </a:extLst>
          </p:cNvPr>
          <p:cNvSpPr/>
          <p:nvPr userDrawn="1"/>
        </p:nvSpPr>
        <p:spPr>
          <a:xfrm>
            <a:off x="275472" y="1172770"/>
            <a:ext cx="11641057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j-lt"/>
              <a:ea typeface="+mn-ea"/>
            </a:endParaRPr>
          </a:p>
        </p:txBody>
      </p:sp>
      <p:sp>
        <p:nvSpPr>
          <p:cNvPr id="9" name="テキスト プレースホルダー 10">
            <a:extLst>
              <a:ext uri="{FF2B5EF4-FFF2-40B4-BE49-F238E27FC236}">
                <a16:creationId xmlns:a16="http://schemas.microsoft.com/office/drawing/2014/main" id="{F0C09BC2-DA11-991E-A106-526D155F5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924" y="127990"/>
            <a:ext cx="11617523" cy="331510"/>
          </a:xfrm>
          <a:prstGeom prst="rect">
            <a:avLst/>
          </a:prstGeom>
        </p:spPr>
        <p:txBody>
          <a:bodyPr/>
          <a:lstStyle>
            <a:lvl1pPr>
              <a:buNone/>
              <a:defRPr sz="1800" baseline="0">
                <a:solidFill>
                  <a:schemeClr val="tx1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セクションを入力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75535D6-C328-1930-644B-BD1902F865D2}"/>
              </a:ext>
            </a:extLst>
          </p:cNvPr>
          <p:cNvSpPr/>
          <p:nvPr userDrawn="1"/>
        </p:nvSpPr>
        <p:spPr>
          <a:xfrm>
            <a:off x="79924" y="198114"/>
            <a:ext cx="46800" cy="2611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8812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2CA17C-0301-F865-6498-A23748583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9005" y="624293"/>
            <a:ext cx="11617523" cy="571337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スライドメッセージを入力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70556-C1B8-17F2-5E6D-E9BE9C3CD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006" y="1420427"/>
            <a:ext cx="5640155" cy="496261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BIZ UDPゴシック" panose="020B0400000000000000" pitchFamily="50" charset="-128"/>
              <a:buChar char="▶"/>
              <a:defRPr sz="2400" baseline="0">
                <a:latin typeface="+mn-lt"/>
                <a:ea typeface="+mn-ea"/>
              </a:defRPr>
            </a:lvl1pPr>
            <a:lvl2pPr>
              <a:buFont typeface="BIZ UDPゴシック" panose="020B0400000000000000" pitchFamily="50" charset="-128"/>
              <a:buChar char="▶"/>
              <a:defRPr sz="2000" baseline="0">
                <a:latin typeface="+mn-lt"/>
                <a:ea typeface="+mn-ea"/>
              </a:defRPr>
            </a:lvl2pPr>
            <a:lvl3pPr>
              <a:buFont typeface="BIZ UDPゴシック" panose="020B0400000000000000" pitchFamily="50" charset="-128"/>
              <a:buChar char="▶"/>
              <a:defRPr sz="1800" baseline="0">
                <a:latin typeface="+mn-lt"/>
                <a:ea typeface="+mn-ea"/>
              </a:defRPr>
            </a:lvl3pPr>
            <a:lvl4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4pPr>
            <a:lvl5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D077A-EEA2-D6D0-BB2A-2060171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DA2D38D8-431E-2148-A67E-C99D9FDB14AB}" type="datetime1">
              <a:rPr lang="ja-JP" altLang="en-US" smtClean="0"/>
              <a:pPr/>
              <a:t>2026/8/24</a:t>
            </a:fld>
            <a:endParaRPr lang="ja-JP" altLang="en-US">
              <a:latin typeface="+mn-lt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76F80-2940-EA1C-33F0-C4F03AC3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endParaRPr lang="ja-JP" altLang="en-US">
              <a:latin typeface="+mn-lt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12638-AAE1-136E-81F2-778F2340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>
              <a:latin typeface="+mn-lt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E4A95B2-FDD2-C500-23F4-F964EB7A2C4E}"/>
              </a:ext>
            </a:extLst>
          </p:cNvPr>
          <p:cNvSpPr/>
          <p:nvPr userDrawn="1"/>
        </p:nvSpPr>
        <p:spPr>
          <a:xfrm>
            <a:off x="275472" y="1172770"/>
            <a:ext cx="11641057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" name="テキスト プレースホルダー 10">
            <a:extLst>
              <a:ext uri="{FF2B5EF4-FFF2-40B4-BE49-F238E27FC236}">
                <a16:creationId xmlns:a16="http://schemas.microsoft.com/office/drawing/2014/main" id="{F0C09BC2-DA11-991E-A106-526D155F5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924" y="127990"/>
            <a:ext cx="11617523" cy="331510"/>
          </a:xfrm>
          <a:prstGeom prst="rect">
            <a:avLst/>
          </a:prstGeom>
        </p:spPr>
        <p:txBody>
          <a:bodyPr/>
          <a:lstStyle>
            <a:lvl1pPr>
              <a:buNone/>
              <a:defRPr sz="18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セクションを入力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75535D6-C328-1930-644B-BD1902F865D2}"/>
              </a:ext>
            </a:extLst>
          </p:cNvPr>
          <p:cNvSpPr/>
          <p:nvPr userDrawn="1"/>
        </p:nvSpPr>
        <p:spPr>
          <a:xfrm>
            <a:off x="79924" y="198114"/>
            <a:ext cx="46800" cy="2611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F9C77C-B73E-72C0-BE9E-8439E55F030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52840" y="1420427"/>
            <a:ext cx="5640156" cy="496261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BIZ UDPゴシック" panose="020B0400000000000000" pitchFamily="50" charset="-128"/>
              <a:buChar char="▶"/>
              <a:defRPr sz="2400" baseline="0">
                <a:latin typeface="+mn-lt"/>
                <a:ea typeface="+mn-ea"/>
              </a:defRPr>
            </a:lvl1pPr>
            <a:lvl2pPr>
              <a:buFont typeface="BIZ UDPゴシック" panose="020B0400000000000000" pitchFamily="50" charset="-128"/>
              <a:buChar char="▶"/>
              <a:defRPr sz="2000" baseline="0">
                <a:latin typeface="+mn-lt"/>
                <a:ea typeface="+mn-ea"/>
              </a:defRPr>
            </a:lvl2pPr>
            <a:lvl3pPr>
              <a:buFont typeface="BIZ UDPゴシック" panose="020B0400000000000000" pitchFamily="50" charset="-128"/>
              <a:buChar char="▶"/>
              <a:defRPr sz="1800" baseline="0">
                <a:latin typeface="+mn-lt"/>
                <a:ea typeface="+mn-ea"/>
              </a:defRPr>
            </a:lvl3pPr>
            <a:lvl4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4pPr>
            <a:lvl5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56396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2CA17C-0301-F865-6498-A23748583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9005" y="624293"/>
            <a:ext cx="11617523" cy="571337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スライドメッセージを入力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70556-C1B8-17F2-5E6D-E9BE9C3CD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006" y="1420427"/>
            <a:ext cx="3780000" cy="496261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BIZ UDPゴシック" panose="020B0400000000000000" pitchFamily="50" charset="-128"/>
              <a:buChar char="▶"/>
              <a:defRPr sz="2400" baseline="0">
                <a:latin typeface="+mn-lt"/>
                <a:ea typeface="+mn-ea"/>
              </a:defRPr>
            </a:lvl1pPr>
            <a:lvl2pPr>
              <a:buFont typeface="BIZ UDPゴシック" panose="020B0400000000000000" pitchFamily="50" charset="-128"/>
              <a:buChar char="▶"/>
              <a:defRPr sz="2000" baseline="0">
                <a:latin typeface="+mn-lt"/>
                <a:ea typeface="+mn-ea"/>
              </a:defRPr>
            </a:lvl2pPr>
            <a:lvl3pPr>
              <a:buFont typeface="BIZ UDPゴシック" panose="020B0400000000000000" pitchFamily="50" charset="-128"/>
              <a:buChar char="▶"/>
              <a:defRPr sz="1800" baseline="0">
                <a:latin typeface="+mn-lt"/>
                <a:ea typeface="+mn-ea"/>
              </a:defRPr>
            </a:lvl3pPr>
            <a:lvl4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4pPr>
            <a:lvl5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D077A-EEA2-D6D0-BB2A-2060171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DA2D38D8-431E-2148-A67E-C99D9FDB14AB}" type="datetime1">
              <a:rPr lang="ja-JP" altLang="en-US" smtClean="0"/>
              <a:pPr/>
              <a:t>2026/8/24</a:t>
            </a:fld>
            <a:endParaRPr lang="ja-JP" altLang="en-US">
              <a:latin typeface="+mn-lt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76F80-2940-EA1C-33F0-C4F03AC3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endParaRPr lang="ja-JP" altLang="en-US">
              <a:latin typeface="+mn-lt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12638-AAE1-136E-81F2-778F2340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>
              <a:latin typeface="+mn-lt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E4A95B2-FDD2-C500-23F4-F964EB7A2C4E}"/>
              </a:ext>
            </a:extLst>
          </p:cNvPr>
          <p:cNvSpPr/>
          <p:nvPr userDrawn="1"/>
        </p:nvSpPr>
        <p:spPr>
          <a:xfrm>
            <a:off x="275472" y="1172770"/>
            <a:ext cx="11641057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" name="テキスト プレースホルダー 10">
            <a:extLst>
              <a:ext uri="{FF2B5EF4-FFF2-40B4-BE49-F238E27FC236}">
                <a16:creationId xmlns:a16="http://schemas.microsoft.com/office/drawing/2014/main" id="{F0C09BC2-DA11-991E-A106-526D155F5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924" y="127990"/>
            <a:ext cx="11617523" cy="331510"/>
          </a:xfrm>
          <a:prstGeom prst="rect">
            <a:avLst/>
          </a:prstGeom>
        </p:spPr>
        <p:txBody>
          <a:bodyPr/>
          <a:lstStyle>
            <a:lvl1pPr>
              <a:buNone/>
              <a:defRPr sz="18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セクションを入力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75535D6-C328-1930-644B-BD1902F865D2}"/>
              </a:ext>
            </a:extLst>
          </p:cNvPr>
          <p:cNvSpPr/>
          <p:nvPr userDrawn="1"/>
        </p:nvSpPr>
        <p:spPr>
          <a:xfrm>
            <a:off x="79924" y="198114"/>
            <a:ext cx="46800" cy="2611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2C591689-A482-EA05-DCC6-507A103847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17766" y="1420427"/>
            <a:ext cx="3780000" cy="496261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BIZ UDPゴシック" panose="020B0400000000000000" pitchFamily="50" charset="-128"/>
              <a:buChar char="▶"/>
              <a:defRPr sz="2400" baseline="0">
                <a:latin typeface="+mn-lt"/>
                <a:ea typeface="+mn-ea"/>
              </a:defRPr>
            </a:lvl1pPr>
            <a:lvl2pPr>
              <a:buFont typeface="BIZ UDPゴシック" panose="020B0400000000000000" pitchFamily="50" charset="-128"/>
              <a:buChar char="▶"/>
              <a:defRPr sz="2000" baseline="0">
                <a:latin typeface="+mn-lt"/>
                <a:ea typeface="+mn-ea"/>
              </a:defRPr>
            </a:lvl2pPr>
            <a:lvl3pPr>
              <a:buFont typeface="BIZ UDPゴシック" panose="020B0400000000000000" pitchFamily="50" charset="-128"/>
              <a:buChar char="▶"/>
              <a:defRPr sz="1800" baseline="0">
                <a:latin typeface="+mn-lt"/>
                <a:ea typeface="+mn-ea"/>
              </a:defRPr>
            </a:lvl3pPr>
            <a:lvl4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4pPr>
            <a:lvl5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99ACFBD7-37A9-5825-75BD-59187E9167E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6526" y="1420427"/>
            <a:ext cx="3780000" cy="496261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BIZ UDPゴシック" panose="020B0400000000000000" pitchFamily="50" charset="-128"/>
              <a:buChar char="▶"/>
              <a:defRPr sz="2400" baseline="0">
                <a:latin typeface="+mn-lt"/>
                <a:ea typeface="+mn-ea"/>
              </a:defRPr>
            </a:lvl1pPr>
            <a:lvl2pPr>
              <a:buFont typeface="BIZ UDPゴシック" panose="020B0400000000000000" pitchFamily="50" charset="-128"/>
              <a:buChar char="▶"/>
              <a:defRPr sz="2000" baseline="0">
                <a:latin typeface="+mn-lt"/>
                <a:ea typeface="+mn-ea"/>
              </a:defRPr>
            </a:lvl2pPr>
            <a:lvl3pPr>
              <a:buFont typeface="BIZ UDPゴシック" panose="020B0400000000000000" pitchFamily="50" charset="-128"/>
              <a:buChar char="▶"/>
              <a:defRPr sz="1800" baseline="0">
                <a:latin typeface="+mn-lt"/>
                <a:ea typeface="+mn-ea"/>
              </a:defRPr>
            </a:lvl3pPr>
            <a:lvl4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4pPr>
            <a:lvl5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89669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6919BA-5EC6-6F21-A52B-1C6DA8593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005" y="6542843"/>
            <a:ext cx="2570164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C8DD7B46-612B-4747-AC0E-56DE60A5EB0D}" type="datetime1">
              <a:rPr lang="ja-JP" altLang="en-US" smtClean="0"/>
              <a:pPr/>
              <a:t>2026/8/24</a:t>
            </a:fld>
            <a:endParaRPr lang="ja-JP" altLang="en-US">
              <a:latin typeface="+mn-lt"/>
              <a:ea typeface="+mn-ea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D700D3-7F2D-6840-2666-703A5F65F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42843"/>
            <a:ext cx="41148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endParaRPr lang="ja-JP" altLang="en-US">
              <a:latin typeface="+mn-lt"/>
              <a:ea typeface="+mn-ea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BF3CFF-1290-6EDC-C4B9-F4FB9C913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2831" y="6542843"/>
            <a:ext cx="2593697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>
              <a:latin typeface="+mn-lt"/>
              <a:ea typeface="+mn-ea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68026B4-AFC9-7DC2-83D0-A658F84A116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l="17680" t="16127" r="17724" b="16170"/>
          <a:stretch>
            <a:fillRect/>
          </a:stretch>
        </p:blipFill>
        <p:spPr>
          <a:xfrm>
            <a:off x="11691594" y="48804"/>
            <a:ext cx="449867" cy="4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6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  <p:sldLayoutId id="2147483651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4000" kern="1200">
          <a:solidFill>
            <a:schemeClr val="bg1"/>
          </a:solidFill>
          <a:latin typeface="BIZ UDGothic" panose="020B0400000000000000" pitchFamily="49" charset="-128"/>
          <a:ea typeface="BIZ UDGothic" panose="020B0400000000000000" pitchFamily="49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9CD265D-5F3F-BA32-22E3-E6D1EBC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1</a:t>
            </a:fld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7EE6E32-A79D-4816-35D1-8C4E09E233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1425A0CB-343C-CC01-FFEB-6DB29ABE36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A8DD59D-49DE-B44B-B738-AE2FFCFBC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97868C3F-40B6-C3D0-A3CD-7F3DE547C1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67091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23846CC9-77DD-E16D-3421-AC22D5EB9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目次 テンプレート</a:t>
            </a:r>
            <a:endParaRPr kumimoji="1"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164AD3B-B023-D68D-5569-32D09B1C6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2</a:t>
            </a:fld>
            <a:endParaRPr lang="ja-JP" alt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9039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83A7AC-E6D7-57F2-9E69-29C78E17D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カラム テンプレート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B201E1-FF5B-13A3-7216-50ED3F316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89CA318-50E9-622A-17AA-179171CC4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4BE9837-4C4E-0ABA-29B7-8A35C9404E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1572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80E551-215F-5F20-E3F1-366FE9D19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カラム テンプレート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74D790-E67F-C719-FC36-342EAB55F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678ED4-B4BC-CCE5-840E-245A092B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4</a:t>
            </a:fld>
            <a:endParaRPr lang="ja-JP" altLang="en-US">
              <a:latin typeface="+mn-lt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696993-4786-3A0F-AD7F-829EE9D5BD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FD563E3-79B3-C2B4-89FB-9E33A898DD6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6472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6E967F-5BB2-EED8-665A-EDC89718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ea typeface="+mn-ea"/>
              </a:rPr>
              <a:t>2</a:t>
            </a:r>
            <a:r>
              <a:rPr kumimoji="1" lang="ja-JP" altLang="en-US" dirty="0">
                <a:ea typeface="+mn-ea"/>
              </a:rPr>
              <a:t>カラム ボックステンプレート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021265-21A0-06EC-7457-F1CD5B10C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5</a:t>
            </a:fld>
            <a:endParaRPr lang="ja-JP" altLang="en-US">
              <a:latin typeface="+mj-lt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C49C97C-96DB-7227-DFFD-4220C16B20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F2FF88D-1D87-621F-2F1A-FE7D53CE2FD9}"/>
              </a:ext>
            </a:extLst>
          </p:cNvPr>
          <p:cNvSpPr/>
          <p:nvPr/>
        </p:nvSpPr>
        <p:spPr>
          <a:xfrm>
            <a:off x="299006" y="1420427"/>
            <a:ext cx="5640154" cy="4962618"/>
          </a:xfrm>
          <a:prstGeom prst="roundRect">
            <a:avLst>
              <a:gd name="adj" fmla="val 45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ボックスタイトルを入力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テキストを入力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9EB712B-7DAE-9654-76B3-1F191E8DA33F}"/>
              </a:ext>
            </a:extLst>
          </p:cNvPr>
          <p:cNvSpPr/>
          <p:nvPr/>
        </p:nvSpPr>
        <p:spPr>
          <a:xfrm>
            <a:off x="6252842" y="1420427"/>
            <a:ext cx="5640154" cy="4962618"/>
          </a:xfrm>
          <a:prstGeom prst="roundRect">
            <a:avLst>
              <a:gd name="adj" fmla="val 45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ボックスタイトルを入力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テキストを入力</a:t>
            </a:r>
          </a:p>
        </p:txBody>
      </p:sp>
    </p:spTree>
    <p:extLst>
      <p:ext uri="{BB962C8B-B14F-4D97-AF65-F5344CB8AC3E}">
        <p14:creationId xmlns:p14="http://schemas.microsoft.com/office/powerpoint/2010/main" val="805276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8E9A9E-5E75-8022-3FE1-766D450C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</a:t>
            </a:r>
            <a:r>
              <a:rPr lang="ja-JP" altLang="en-US" dirty="0"/>
              <a:t>カラム ボックステンプレート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4FADDE-FFC6-C5FE-0FF4-7D326B5A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6</a:t>
            </a:fld>
            <a:endParaRPr lang="ja-JP" altLang="en-US">
              <a:latin typeface="+mn-lt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8F4A9F0-8965-E3DD-0097-998CE661C6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1EF00F3-18B2-80B9-872D-D7A331EC6D17}"/>
              </a:ext>
            </a:extLst>
          </p:cNvPr>
          <p:cNvSpPr/>
          <p:nvPr/>
        </p:nvSpPr>
        <p:spPr>
          <a:xfrm>
            <a:off x="299006" y="1420427"/>
            <a:ext cx="3780000" cy="4962618"/>
          </a:xfrm>
          <a:prstGeom prst="roundRect">
            <a:avLst>
              <a:gd name="adj" fmla="val 45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ボックスタイトルを入力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テキストを入力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4E7A9C1-210C-34BF-373E-35FFF3499C56}"/>
              </a:ext>
            </a:extLst>
          </p:cNvPr>
          <p:cNvSpPr/>
          <p:nvPr/>
        </p:nvSpPr>
        <p:spPr>
          <a:xfrm>
            <a:off x="4206000" y="1420427"/>
            <a:ext cx="3780000" cy="4962618"/>
          </a:xfrm>
          <a:prstGeom prst="roundRect">
            <a:avLst>
              <a:gd name="adj" fmla="val 45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ボックスタイトルを入力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テキストを入力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77191D0-430B-B33D-5B1D-BB757AEB8201}"/>
              </a:ext>
            </a:extLst>
          </p:cNvPr>
          <p:cNvSpPr/>
          <p:nvPr/>
        </p:nvSpPr>
        <p:spPr>
          <a:xfrm>
            <a:off x="8112994" y="1420427"/>
            <a:ext cx="3780000" cy="4962618"/>
          </a:xfrm>
          <a:prstGeom prst="roundRect">
            <a:avLst>
              <a:gd name="adj" fmla="val 45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ボックスタイトルを入力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テキストを入力</a:t>
            </a:r>
          </a:p>
        </p:txBody>
      </p:sp>
    </p:spTree>
    <p:extLst>
      <p:ext uri="{BB962C8B-B14F-4D97-AF65-F5344CB8AC3E}">
        <p14:creationId xmlns:p14="http://schemas.microsoft.com/office/powerpoint/2010/main" val="3939794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E3CD98-0AC4-D155-24AF-14657B52E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表のテンプレート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B522D2-F395-00EE-64C6-51ED64ED0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項目がオレンジ色になるように設定する</a:t>
            </a:r>
            <a:endParaRPr lang="en-US" altLang="ja-JP" dirty="0"/>
          </a:p>
          <a:p>
            <a:r>
              <a:rPr kumimoji="1" lang="en-US" altLang="ja-JP" dirty="0"/>
              <a:t>1</a:t>
            </a:r>
            <a:r>
              <a:rPr lang="ja-JP" altLang="en-US" dirty="0"/>
              <a:t>カラム用</a:t>
            </a:r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2</a:t>
            </a:r>
            <a:r>
              <a:rPr kumimoji="1" lang="ja-JP" altLang="en-US" dirty="0"/>
              <a:t>カラム用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F73714-3785-9D4F-12D8-D628C089A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D7A1859-CD78-442E-D1FE-44D106EE10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43B1AFB3-3F37-5843-C96E-562C6C426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876391"/>
              </p:ext>
            </p:extLst>
          </p:nvPr>
        </p:nvGraphicFramePr>
        <p:xfrm>
          <a:off x="299005" y="2474595"/>
          <a:ext cx="11617524" cy="1584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4381">
                  <a:extLst>
                    <a:ext uri="{9D8B030D-6E8A-4147-A177-3AD203B41FA5}">
                      <a16:colId xmlns:a16="http://schemas.microsoft.com/office/drawing/2014/main" val="1134641363"/>
                    </a:ext>
                  </a:extLst>
                </a:gridCol>
                <a:gridCol w="2904381">
                  <a:extLst>
                    <a:ext uri="{9D8B030D-6E8A-4147-A177-3AD203B41FA5}">
                      <a16:colId xmlns:a16="http://schemas.microsoft.com/office/drawing/2014/main" val="2405935203"/>
                    </a:ext>
                  </a:extLst>
                </a:gridCol>
                <a:gridCol w="2904381">
                  <a:extLst>
                    <a:ext uri="{9D8B030D-6E8A-4147-A177-3AD203B41FA5}">
                      <a16:colId xmlns:a16="http://schemas.microsoft.com/office/drawing/2014/main" val="705708215"/>
                    </a:ext>
                  </a:extLst>
                </a:gridCol>
                <a:gridCol w="2904381">
                  <a:extLst>
                    <a:ext uri="{9D8B030D-6E8A-4147-A177-3AD203B41FA5}">
                      <a16:colId xmlns:a16="http://schemas.microsoft.com/office/drawing/2014/main" val="848546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4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7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93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788247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A73B7247-2B15-F4D1-44A8-46FAD5395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587196"/>
              </p:ext>
            </p:extLst>
          </p:nvPr>
        </p:nvGraphicFramePr>
        <p:xfrm>
          <a:off x="299004" y="4899685"/>
          <a:ext cx="5640154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3626">
                  <a:extLst>
                    <a:ext uri="{9D8B030D-6E8A-4147-A177-3AD203B41FA5}">
                      <a16:colId xmlns:a16="http://schemas.microsoft.com/office/drawing/2014/main" val="1134641363"/>
                    </a:ext>
                  </a:extLst>
                </a:gridCol>
                <a:gridCol w="4296528">
                  <a:extLst>
                    <a:ext uri="{9D8B030D-6E8A-4147-A177-3AD203B41FA5}">
                      <a16:colId xmlns:a16="http://schemas.microsoft.com/office/drawing/2014/main" val="2405935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7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kumimoji="1" lang="en-US" altLang="ja-JP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93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788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752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335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B141A1-D522-5F2B-D47B-09400E58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ロゴ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60834F-3F31-47FB-BBBA-7EE506331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B47B3D-6878-3A9C-D5F5-D7C23A09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2B7837-45E1-860C-3093-7E79108921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5C56F1F-8F3E-65AD-AC71-17F533888A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7" t="54595" r="6484" b="17345"/>
          <a:stretch>
            <a:fillRect/>
          </a:stretch>
        </p:blipFill>
        <p:spPr>
          <a:xfrm>
            <a:off x="299005" y="4335906"/>
            <a:ext cx="11632725" cy="204713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D76F710E-88B5-534F-C985-239CA7873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5" y="2195153"/>
            <a:ext cx="1933207" cy="2028354"/>
          </a:xfrm>
          <a:prstGeom prst="rect">
            <a:avLst/>
          </a:prstGeom>
        </p:spPr>
      </p:pic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BF767776-15AB-4C2E-063F-9886D2CA8D6E}"/>
              </a:ext>
            </a:extLst>
          </p:cNvPr>
          <p:cNvGrpSpPr/>
          <p:nvPr/>
        </p:nvGrpSpPr>
        <p:grpSpPr>
          <a:xfrm>
            <a:off x="5636095" y="1420427"/>
            <a:ext cx="6256900" cy="1219186"/>
            <a:chOff x="2158468" y="4881813"/>
            <a:chExt cx="6256900" cy="1219186"/>
          </a:xfrm>
        </p:grpSpPr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5EBCC0E9-D83A-30DC-A569-0BC9E8ED9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8468" y="4974244"/>
              <a:ext cx="1027287" cy="1077847"/>
            </a:xfrm>
            <a:prstGeom prst="rect">
              <a:avLst/>
            </a:prstGeom>
          </p:spPr>
        </p:pic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CCD8A91F-1183-863D-C567-3618BE6864B7}"/>
                </a:ext>
              </a:extLst>
            </p:cNvPr>
            <p:cNvSpPr txBox="1"/>
            <p:nvPr/>
          </p:nvSpPr>
          <p:spPr>
            <a:xfrm>
              <a:off x="3119080" y="4881813"/>
              <a:ext cx="52677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54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Stargazy</a:t>
              </a:r>
              <a:r>
                <a:rPr kumimoji="1" lang="ja-JP" altLang="en-US" sz="2400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kumimoji="1" lang="en-US" altLang="ja-JP" sz="5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Guys</a:t>
              </a:r>
              <a:endParaRPr kumimoji="1" lang="ja-JP" altLang="en-US" sz="5400" dirty="0"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84810031-D9D5-7DC8-84F8-F69E213AC9A8}"/>
                </a:ext>
              </a:extLst>
            </p:cNvPr>
            <p:cNvSpPr txBox="1"/>
            <p:nvPr/>
          </p:nvSpPr>
          <p:spPr>
            <a:xfrm>
              <a:off x="3067593" y="5716278"/>
              <a:ext cx="5347775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900" spc="-3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Consulting x Technology x Enablement</a:t>
              </a:r>
              <a:endParaRPr kumimoji="1" lang="ja-JP" altLang="en-US" sz="1900" spc="-30" dirty="0"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8534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E061D7-56EC-38E5-FA4C-8D5AEA8C2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スライド作成の規則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B6E25E-6AA8-7FA9-351E-C3F0866CD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色の規則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文字色：</a:t>
            </a:r>
            <a:r>
              <a:rPr lang="en-US" altLang="ja-JP" dirty="0"/>
              <a:t> </a:t>
            </a:r>
            <a:r>
              <a:rPr lang="ja-JP" altLang="en-US" dirty="0"/>
              <a:t>黒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強調色：</a:t>
            </a:r>
            <a:r>
              <a:rPr lang="en-US" altLang="ja-JP" dirty="0"/>
              <a:t> </a:t>
            </a:r>
            <a:r>
              <a:rPr lang="ja-JP" altLang="en-US" dirty="0"/>
              <a:t>オレンジ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背景色：</a:t>
            </a:r>
            <a:r>
              <a:rPr lang="en-US" altLang="ja-JP" dirty="0"/>
              <a:t> </a:t>
            </a:r>
            <a:r>
              <a:rPr lang="ja-JP" altLang="en-US" dirty="0"/>
              <a:t>白</a:t>
            </a:r>
            <a:endParaRPr lang="en-US" altLang="ja-JP" dirty="0"/>
          </a:p>
          <a:p>
            <a:pPr marL="0" indent="0"/>
            <a:endParaRPr lang="en-US" altLang="ja-JP" dirty="0"/>
          </a:p>
          <a:p>
            <a:r>
              <a:rPr lang="ja-JP" altLang="en-US" dirty="0"/>
              <a:t>図形の規則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箇条書き：</a:t>
            </a:r>
            <a:r>
              <a:rPr lang="en-US" altLang="ja-JP" dirty="0"/>
              <a:t> </a:t>
            </a:r>
            <a:r>
              <a:rPr lang="ja-JP" altLang="en-US" dirty="0"/>
              <a:t>▶（横向き三角形）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ブロック：</a:t>
            </a:r>
            <a:r>
              <a:rPr lang="en-US" altLang="ja-JP" dirty="0"/>
              <a:t> </a:t>
            </a:r>
            <a:r>
              <a:rPr lang="ja-JP" altLang="en-US" dirty="0"/>
              <a:t>□（中抜き四角形）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1C6B28-AA54-F6A6-9BBD-033A02BC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9</a:t>
            </a:fld>
            <a:endParaRPr lang="ja-JP" altLang="en-US">
              <a:latin typeface="+mn-lt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7DB9F58-97BA-6750-4CF2-9EADBEB3EF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0BADFAA-6E17-1CD0-6A28-3825B03D9B8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ja-JP" altLang="en-US" dirty="0"/>
              <a:t>句読点，記号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句点：</a:t>
            </a:r>
            <a:r>
              <a:rPr lang="en-US" altLang="ja-JP" dirty="0"/>
              <a:t> </a:t>
            </a:r>
            <a:r>
              <a:rPr lang="ja-JP" altLang="en-US" dirty="0"/>
              <a:t>．（全角ピリオド）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読点：</a:t>
            </a:r>
            <a:r>
              <a:rPr lang="en-US" altLang="ja-JP" dirty="0"/>
              <a:t> </a:t>
            </a:r>
            <a:r>
              <a:rPr lang="ja-JP" altLang="en-US" dirty="0"/>
              <a:t>，（全角コンマ）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区切り記号：</a:t>
            </a:r>
            <a:r>
              <a:rPr lang="en-US" altLang="ja-JP" dirty="0"/>
              <a:t> </a:t>
            </a:r>
            <a:r>
              <a:rPr lang="ja-JP" altLang="en-US" dirty="0"/>
              <a:t>：（全角コロン）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括弧：半角</a:t>
            </a:r>
            <a:r>
              <a:rPr lang="en-US" altLang="ja-JP" dirty="0"/>
              <a:t>()</a:t>
            </a:r>
          </a:p>
          <a:p>
            <a:pPr marL="342900" indent="-342900">
              <a:buFont typeface="BIZ UDPゴシック" panose="020B0400000000000000" pitchFamily="50" charset="-128"/>
              <a:buChar char="▶"/>
            </a:pPr>
            <a:endParaRPr lang="en-US" altLang="ja-JP" dirty="0"/>
          </a:p>
          <a:p>
            <a:pPr marL="0" indent="0"/>
            <a:r>
              <a:rPr lang="ja-JP" altLang="en-US" dirty="0"/>
              <a:t>文字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日本語：</a:t>
            </a:r>
            <a:r>
              <a:rPr lang="en-US" altLang="ja-JP" dirty="0"/>
              <a:t> </a:t>
            </a:r>
            <a:r>
              <a:rPr lang="ja-JP" altLang="en-US" dirty="0"/>
              <a:t>全角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アルファベット，数字：半角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60366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黄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BIZ UDPゴシック">
      <a:majorFont>
        <a:latin typeface="BIZ UDPゴシック"/>
        <a:ea typeface="BIZ UDPゴシック"/>
        <a:cs typeface=""/>
      </a:majorFont>
      <a:minorFont>
        <a:latin typeface="BIZ UDPゴシック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  <a:headEnd type="none" w="med" len="med"/>
          <a:tailEnd type="none" w="med" len="med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12203</TotalTime>
  <Words>154</Words>
  <Application>Microsoft Office PowerPoint</Application>
  <PresentationFormat>ワイド画面</PresentationFormat>
  <Paragraphs>53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BIZ UDPゴシック</vt:lpstr>
      <vt:lpstr>BIZ UDGothic</vt:lpstr>
      <vt:lpstr>游ゴシック</vt:lpstr>
      <vt:lpstr>Arial</vt:lpstr>
      <vt:lpstr>Cascadia Code</vt:lpstr>
      <vt:lpstr>Office テーマ</vt:lpstr>
      <vt:lpstr>PowerPoint プレゼンテーション</vt:lpstr>
      <vt:lpstr>PowerPoint プレゼンテーション</vt:lpstr>
      <vt:lpstr>1カラム テンプレート</vt:lpstr>
      <vt:lpstr>2カラム テンプレート</vt:lpstr>
      <vt:lpstr>2カラム ボックステンプレート</vt:lpstr>
      <vt:lpstr>3カラム ボックステンプレート</vt:lpstr>
      <vt:lpstr>表のテンプレート</vt:lpstr>
      <vt:lpstr>ロゴ</vt:lpstr>
      <vt:lpstr>スライド作成の規則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山富龍</dc:creator>
  <cp:lastModifiedBy>山富龍</cp:lastModifiedBy>
  <cp:revision>171</cp:revision>
  <cp:lastPrinted>2026-08-17T13:31:45Z</cp:lastPrinted>
  <dcterms:created xsi:type="dcterms:W3CDTF">2024-10-01T23:47:44Z</dcterms:created>
  <dcterms:modified xsi:type="dcterms:W3CDTF">2026-08-24T04:18:31Z</dcterms:modified>
</cp:coreProperties>
</file>